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oppins" panose="020B0502040204020203" pitchFamily="2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B97AF9-3026-4235-B523-8944D0D3C9F0}">
  <a:tblStyle styleId="{88B97AF9-3026-4235-B523-8944D0D3C9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5325" y="4452937"/>
            <a:ext cx="318135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95300" y="1481137"/>
            <a:ext cx="112014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Grievance Handling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619375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625566" y="2847975"/>
            <a:ext cx="694086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652837" y="4086225"/>
            <a:ext cx="48863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Digitizing organizational grievance management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86062"/>
            <a:ext cx="495300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2776537"/>
            <a:ext cx="495300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143000" y="3167062"/>
            <a:ext cx="44005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6B6B"/>
                </a:solidFill>
                <a:latin typeface="Poppins"/>
                <a:ea typeface="Poppins"/>
                <a:cs typeface="Poppins"/>
                <a:sym typeface="Poppins"/>
              </a:rPr>
              <a:t>Old Way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867525" y="3167062"/>
            <a:ext cx="43805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GHS Way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143000" y="3633787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Paper-based records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43000" y="3976687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Slow tracking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43000" y="4319587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Low data security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867525" y="3633787"/>
            <a:ext cx="4171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Automated Database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867525" y="3976687"/>
            <a:ext cx="4171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Instant Search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867525" y="4319587"/>
            <a:ext cx="4171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Role-based Access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36718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40147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43576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7525" y="36718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7525" y="4014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7525" y="43576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00125" y="762000"/>
            <a:ext cx="1095136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vs.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Digital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62000" y="7620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81262"/>
            <a:ext cx="33020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5049" y="2481262"/>
            <a:ext cx="33020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81262"/>
            <a:ext cx="3302049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1152525" y="3690937"/>
            <a:ext cx="2647049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Auth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152525" y="4271962"/>
            <a:ext cx="25209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Secure login and registration for all users.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835574" y="3690937"/>
            <a:ext cx="2647049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Grievance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835574" y="4271962"/>
            <a:ext cx="25209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Easy raising and tracking of concerns.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18624" y="3690937"/>
            <a:ext cx="2647049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18624" y="4271962"/>
            <a:ext cx="25209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System-wide status and audit management.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290988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35574" y="2909887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90988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000125" y="762000"/>
            <a:ext cx="1095136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62000" y="7620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2009775"/>
            <a:ext cx="4953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2009775"/>
            <a:ext cx="1704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62000" y="3043237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Java: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Backend Logic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3624262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JDBC: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Database Bridge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4205287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MySQL: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Data Storage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00125" y="762000"/>
            <a:ext cx="1095136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Stack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62000" y="7620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1714500" y="3800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4559200" y="3800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7403901" y="3800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10248602" y="3800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62000" y="3914775"/>
            <a:ext cx="10668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708659" y="2914650"/>
            <a:ext cx="22402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Register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62000" y="319087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Users join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3553360" y="4295775"/>
            <a:ext cx="22402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Raise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3606700" y="45720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File Complaint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98061" y="2914650"/>
            <a:ext cx="22402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Manage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451401" y="319087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Assign Status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242762" y="4295775"/>
            <a:ext cx="22402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Resolve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296102" y="45720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Final Fix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000125" y="762000"/>
            <a:ext cx="1095136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Workflow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762000" y="7620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19"/>
          <p:cNvGraphicFramePr/>
          <p:nvPr/>
        </p:nvGraphicFramePr>
        <p:xfrm>
          <a:off x="762000" y="2438400"/>
          <a:ext cx="10667975" cy="2952725"/>
        </p:xfrm>
        <a:graphic>
          <a:graphicData uri="http://schemas.openxmlformats.org/drawingml/2006/table">
            <a:tbl>
              <a:tblPr firstRow="1" bandRow="1">
                <a:noFill/>
                <a:tableStyleId>{88B97AF9-3026-4235-B523-8944D0D3C9F0}</a:tableStyleId>
              </a:tblPr>
              <a:tblGrid>
                <a:gridCol w="331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Manager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Employee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View 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Update 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Delete Entry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5" name="Google Shape;175;p19"/>
          <p:cNvSpPr/>
          <p:nvPr/>
        </p:nvSpPr>
        <p:spPr>
          <a:xfrm>
            <a:off x="762000" y="3910012"/>
            <a:ext cx="33142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076253" y="3910012"/>
            <a:ext cx="20368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113115" y="3910012"/>
            <a:ext cx="26065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8719691" y="3910012"/>
            <a:ext cx="27103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62000" y="4643437"/>
            <a:ext cx="33142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076253" y="4643437"/>
            <a:ext cx="20368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113115" y="4643437"/>
            <a:ext cx="26065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8719691" y="4643437"/>
            <a:ext cx="27103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762000" y="5376862"/>
            <a:ext cx="33142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076253" y="5376862"/>
            <a:ext cx="20368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113115" y="5376862"/>
            <a:ext cx="26065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8719691" y="5376862"/>
            <a:ext cx="27103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000125" y="762000"/>
            <a:ext cx="1095136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Permissions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762000" y="7620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10668000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62000" y="450532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Digital GHS reduces processing time by ~75%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000125" y="762000"/>
            <a:ext cx="1095136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Efficiency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Impact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762000" y="7620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6106" y="2486025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3850481" y="3200400"/>
            <a:ext cx="1428750" cy="14287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946106" y="3257550"/>
            <a:ext cx="21097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Database (DAO)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946106" y="3743325"/>
            <a:ext cx="21097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■ Logic (Service)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946106" y="4229100"/>
            <a:ext cx="21097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44444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Display (Controller)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000125" y="762000"/>
            <a:ext cx="1095136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Code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762000" y="7620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762000" y="2771775"/>
            <a:ext cx="460343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 dirty="0"/>
          </a:p>
        </p:txBody>
      </p:sp>
      <p:sp>
        <p:nvSpPr>
          <p:cNvPr id="216" name="Google Shape;216;p22"/>
          <p:cNvSpPr txBox="1"/>
          <p:nvPr/>
        </p:nvSpPr>
        <p:spPr>
          <a:xfrm>
            <a:off x="5848350" y="3433762"/>
            <a:ext cx="586073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Audit Accuracy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848350" y="3709987"/>
            <a:ext cx="55816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Every ticket is tracked with User ID and Timestamp for absolute accountability.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000125" y="762000"/>
            <a:ext cx="1095136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762000" y="7620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1000125" y="762000"/>
            <a:ext cx="455056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Version </a:t>
            </a:r>
            <a:r>
              <a:rPr lang="en-US" sz="3900" b="1" i="0" u="none" strike="noStrike" cap="none" dirty="0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Control</a:t>
            </a:r>
            <a:endParaRPr dirty="0"/>
          </a:p>
        </p:txBody>
      </p:sp>
      <p:sp>
        <p:nvSpPr>
          <p:cNvPr id="226" name="Google Shape;226;p23"/>
          <p:cNvSpPr/>
          <p:nvPr/>
        </p:nvSpPr>
        <p:spPr>
          <a:xfrm>
            <a:off x="762000" y="7620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762000" y="173355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project is hosted on GitHub, ensuring clean version history and security.</a:t>
            </a:r>
            <a:endParaRPr dirty="0"/>
          </a:p>
        </p:txBody>
      </p:sp>
      <p:sp>
        <p:nvSpPr>
          <p:cNvPr id="229" name="Google Shape;229;p23"/>
          <p:cNvSpPr txBox="1"/>
          <p:nvPr/>
        </p:nvSpPr>
        <p:spPr>
          <a:xfrm>
            <a:off x="723900" y="2609850"/>
            <a:ext cx="38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762000" y="260985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Clean .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gitignore</a:t>
            </a:r>
            <a:endParaRPr dirty="0"/>
          </a:p>
        </p:txBody>
      </p:sp>
      <p:sp>
        <p:nvSpPr>
          <p:cNvPr id="231" name="Google Shape;231;p23"/>
          <p:cNvSpPr txBox="1"/>
          <p:nvPr/>
        </p:nvSpPr>
        <p:spPr>
          <a:xfrm>
            <a:off x="723900" y="2952750"/>
            <a:ext cx="38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762000" y="295275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Dummy password protection</a:t>
            </a:r>
            <a:endParaRPr dirty="0"/>
          </a:p>
        </p:txBody>
      </p:sp>
      <p:sp>
        <p:nvSpPr>
          <p:cNvPr id="233" name="Google Shape;233;p23"/>
          <p:cNvSpPr txBox="1"/>
          <p:nvPr/>
        </p:nvSpPr>
        <p:spPr>
          <a:xfrm>
            <a:off x="723900" y="3295650"/>
            <a:ext cx="38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762000" y="329565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Complete SQL Script included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2015489" y="2352675"/>
            <a:ext cx="816102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Widescreen</PresentationFormat>
  <Paragraphs>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Urbanist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Dipankar Maity</cp:lastModifiedBy>
  <cp:revision>1</cp:revision>
  <dcterms:modified xsi:type="dcterms:W3CDTF">2026-05-04T17:02:40Z</dcterms:modified>
</cp:coreProperties>
</file>